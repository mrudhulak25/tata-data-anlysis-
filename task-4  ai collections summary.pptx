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01FF7-7600-42E6-9388-BE7C32BB575D}" v="10" dt="2026-01-19T15:18:47.874"/>
  </p1510:revLst>
</p1510:revInfo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>
        <p:scale>
          <a:sx n="66" d="100"/>
          <a:sy n="66" d="100"/>
        </p:scale>
        <p:origin x="-77" y="3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772899" y="1466551"/>
            <a:ext cx="5783400" cy="10544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Collections Strategy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0" y="2987701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Agentic AI for Scalable, Fair, and Effective Debt Management at Geldium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System Works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231392"/>
            <a:ext cx="8368200" cy="37307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customer data such as repayment history, income, and credit usage.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AI models and business rules to predict delinquency risk.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personalized actions like reminders or payment plans.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improves decisions using feedback from outcomes.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Agentic AI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risk assessment and routine communication with customers.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adjusts outreach strategies based on customer behavior and repayment patterns.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independently for low-risk decisions to improve efficiency.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human agents for complex, sensitive, or high-impact cases.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accountability through a structured human-in-the-loop framework.</a:t>
            </a:r>
          </a:p>
          <a:p>
            <a:pPr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 Guardrails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monitors and mitigates bias across different customer segments.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explainable AI methods to ensure decisions are understandable and transparent.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compliance with legal and regulatory standards such as GDPR and ECOA.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customer data privacy and consent.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human oversight for critical decisions to prevent unintended harm.</a:t>
            </a:r>
          </a:p>
          <a:p>
            <a:pPr marL="11430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Business Impact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Business Outcomes</a:t>
            </a:r>
          </a:p>
          <a:p>
            <a:r>
              <a:rPr lang="en-US" sz="2000" dirty="0"/>
              <a:t>Reduction in overall delinquency and default rates.</a:t>
            </a:r>
          </a:p>
          <a:p>
            <a:r>
              <a:rPr lang="en-US" sz="2000" dirty="0"/>
              <a:t>Improved recovery efficiency through targeted interventions.</a:t>
            </a:r>
          </a:p>
          <a:p>
            <a:r>
              <a:rPr lang="en-US" sz="2000" dirty="0"/>
              <a:t>Lower operational costs due to automation of routine processes.</a:t>
            </a:r>
          </a:p>
          <a:p>
            <a:r>
              <a:rPr lang="en-US" sz="2000" dirty="0"/>
              <a:t>Scalable collections operations capable of handling growing customer bases.</a:t>
            </a:r>
          </a:p>
          <a:p>
            <a:pPr>
              <a:buNone/>
            </a:pPr>
            <a:endParaRPr lang="en-GB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99" y="231726"/>
            <a:ext cx="8368200" cy="686100"/>
          </a:xfrm>
        </p:spPr>
        <p:txBody>
          <a:bodyPr/>
          <a:lstStyle/>
          <a:p>
            <a:r>
              <a:rPr lang="en-US" dirty="0"/>
              <a:t>Customer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032300"/>
            <a:ext cx="8368200" cy="3748044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personalized and context-aware engagement.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consistent treatment across all customer segments.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transparency in collections decisions.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experience and long-term trust.</a:t>
            </a:r>
          </a:p>
          <a:p>
            <a:pPr marL="11430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F85CEE-153B-6950-6C43-C75467472345}"/>
              </a:ext>
            </a:extLst>
          </p:cNvPr>
          <p:cNvSpPr txBox="1"/>
          <p:nvPr/>
        </p:nvSpPr>
        <p:spPr>
          <a:xfrm>
            <a:off x="2564078" y="1921397"/>
            <a:ext cx="401584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089495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469</Words>
  <Application>Microsoft Office PowerPoint</Application>
  <PresentationFormat>On-screen Show (16:9)</PresentationFormat>
  <Paragraphs>47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</vt:lpstr>
      <vt:lpstr>Arial</vt:lpstr>
      <vt:lpstr>Roboto Slab</vt:lpstr>
      <vt:lpstr>Times New Roman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Customer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mrudhula kimidi</cp:lastModifiedBy>
  <cp:revision>3</cp:revision>
  <dcterms:modified xsi:type="dcterms:W3CDTF">2026-01-19T15:20:36Z</dcterms:modified>
</cp:coreProperties>
</file>